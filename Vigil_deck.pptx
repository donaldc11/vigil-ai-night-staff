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Masky: avatar portraits for the six agents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Recorded run: REAL = n8n, Snyk, BAND, Celesto, Paritok, Glasser, Tenki (sandbox runs Vera's lint). EXTERNAL = Prelint, Tenki CI (repo-side). SIMULATED = RocketRide, PromptQL, Flatkey, Masky. PromptQL: 3/3 verified answers in the PromptQL workspace on the pasted price list and ledger; no runtime API call. Masky: six portraits generated in Masky (real assets); no runtime API call.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(103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Where this is submitted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1. Crewbase: hackathons.crewbasecollective.com (project name, app URL, GitHub repo)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2. Masky form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3. Masky: deck URL posted in the twitch.tv/aijudge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4. RocketRide: #showcase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Repo: github.com/donaldc11/vigil-ai-night-staff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Live page: donaldc11.github.io/vigil-ai-night-staff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Replace the remaining simulated adapters (RocketRide, PromptQL, Flatkey, Masky) with live integrations.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