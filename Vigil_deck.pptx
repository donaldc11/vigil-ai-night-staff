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one-liner, then go straight 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 the numbers as estimates from our own research.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each role. Stress: humans stay the face, AI works behind the scenes. Agents never make arrangements, that is for licensed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demo.html here. About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status line is the recorded run; re-check it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trust slide for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pilot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Vigil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000">
                <a:solidFill>
                  <a:srgbClr val="E8E8E8"/>
                </a:solidFill>
              </a:rPr>
              <a:t>The AI night shift for family-owned funeral homes.</a:t>
            </a:r>
          </a:p>
          <a:p>
            <a:pPr>
              <a:spcAft>
                <a:spcPts val="1000"/>
              </a:spcAft>
            </a:pPr>
            <a:r>
              <a:rPr sz="3000">
                <a:solidFill>
                  <a:srgbClr val="E8E8E8"/>
                </a:solidFill>
              </a:rPr>
              <a:t>So no first call goes unanswered and no director loses sleep.</a:t>
            </a:r>
          </a:p>
          <a:p>
            <a:pPr>
              <a:spcAft>
                <a:spcPts val="1000"/>
              </a:spcAft>
            </a:pPr>
            <a:r>
              <a:rPr sz="3000">
                <a:solidFill>
                  <a:srgbClr val="E8E8E8"/>
                </a:solidFill>
              </a:rPr>
              <a:t>Track: Business / Growth /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Roughly 15,400 US funeral homes, most family-owned on older software (our research estimate, not independently verified).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 first call is worth roughly $6-8K. Nights and weekends are where homes lose it.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Directors do not want another system of record. They want revenue protection and sleep.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Six workers, one human Director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E8E8"/>
                </a:solidFill>
              </a:rPr>
              <a:t>Mara intake, Quinn quoter, Sol scheduler, Paige paperwork, Faye family liaison, Vera compliance logger. All report to the human Director.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8E8"/>
                </a:solidFill>
              </a:rPr>
              <a:t>The Director approves every family message and every removal dispatch.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E8E8"/>
                </a:solidFill>
              </a:rPr>
              <a:t>Honest note: all six are LLM-driven (gpt-4o-mini, $3 cap): each makes one decision plus an in-character line. Gates, prices, callback time and approvals are deterministic code. Front office: Mara, Faye. Back office: Quinn, Sol, Paige, Vera.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  <p:pic>
        <p:nvPicPr>
          <p:cNvPr id="5" name="Picture 4" descr="mara_d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38912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Mara</a:t>
            </a:r>
          </a:p>
        </p:txBody>
      </p:sp>
      <p:pic>
        <p:nvPicPr>
          <p:cNvPr id="7" name="Picture 6" descr="quinn_de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389120"/>
            <a:ext cx="1645920" cy="1645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1460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Quinn</a:t>
            </a:r>
          </a:p>
        </p:txBody>
      </p:sp>
      <p:pic>
        <p:nvPicPr>
          <p:cNvPr id="9" name="Picture 8" descr="sol_de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4389120"/>
            <a:ext cx="1645920" cy="1645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Sol</a:t>
            </a:r>
          </a:p>
        </p:txBody>
      </p:sp>
      <p:pic>
        <p:nvPicPr>
          <p:cNvPr id="11" name="Picture 10" descr="paige_dec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4389120"/>
            <a:ext cx="1645920" cy="1645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Paige</a:t>
            </a:r>
          </a:p>
        </p:txBody>
      </p:sp>
      <p:pic>
        <p:nvPicPr>
          <p:cNvPr id="13" name="Picture 12" descr="faye_dec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59" y="4389120"/>
            <a:ext cx="164592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59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Faye</a:t>
            </a:r>
          </a:p>
        </p:txBody>
      </p:sp>
      <p:pic>
        <p:nvPicPr>
          <p:cNvPr id="15" name="Picture 14" descr="vera_deck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4389120"/>
            <a:ext cx="1645920" cy="16459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12680" y="603504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8E8E8"/>
                </a:solidFill>
              </a:rPr>
              <a:t>Vera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avatars: Masky (AI, fictional)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The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Request: a family calls at 2 AM.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Delegate: Mara classifies it as a first call, routes to Quinn, Sol, Paige.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Act: GPL-based price range, on-call director, pre-filled paperwork.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Check: Vera lints for recording disclosure and no arrangement-making.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Approve: the Director signs off on the message and dispatch.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Report and improve: case logged, intake checklist updated.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Sponsor tools, each with a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n8n: workflow round trip: webhook sends a dispatch ticket to a live n8n workflow (it does not move a real removal team)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RocketRide: run the intake pipeline on the call text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Celesto: validate generated paperwork inside an isolated sandbox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Snyk: dependency vulnerability scan; real findings (exit 1) block dispatch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Prelint: PR compliance review of the agent spec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Tenki: CI runner for the test suite (repo-side) and a sandbox VM that re-runs Vera's compliance lint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BAND: post case updates into a BAND room with the Director as a participant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Paritok: context compression gateway sitting between Vigil and the OpenAI API (prompts here are tiny, so savings are ~0; we label that)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Glasser: bounded public web research for a funeral-home prospect list (one recorded query, never contacts anyone)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PromptQL: natural-language ledger queries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Flatkey: model API / failover gateway (not a key vault)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Masky: avatar portraits for the six agents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E8E8"/>
                </a:solidFill>
              </a:rPr>
              <a:t>Recorded run: REAL = n8n, Snyk, BAND, Celesto, Paritok, Glasser, Tenki (sandbox runs Vera's lint). EXTERNAL = Prelint, Tenki CI (repo-side). SIMULATED = RocketRide, PromptQL, Flatkey, Masky. PromptQL: 3/3 verified answers in the PromptQL workspace on the pasted price list and ledger; no runtime API call. Masky: six portraits generated in Masky (real assets); no runtime API call.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Honesty and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Fictional data only. No real calls, no real families. Phone numbers redacted to last 4.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Every run reports which steps were real, simulated, fallback or external (103 automated tests).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Compliance by design: inbound only, recording disclosure, GPL quotes, no arrangements.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Human approval gates cannot be skipped; a declined approval stops the case.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Where this is submitted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1. Crewbase: hackathons.crewbasecollective.com (project name, app URL, GitHub repo)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2. Masky form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3. Masky: deck URL posted in the twitch.tv/aijudge chat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4. RocketRide: #showcase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Repo: github.com/donaldc11/vigil-ai-night-staff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Live page: donaldc11.github.io/vigil-ai-night-staff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55D68A"/>
                </a:solidFill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Replace the remaining simulated adapters (RocketRide, PromptQL, Flatkey, Masky) with live integrations.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Write into the funeral home's existing case software, not replace it.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Pilot with one family-owned home.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8E8"/>
                </a:solidFill>
              </a:rPr>
              <a:t>Ask: intros to state funeral director associations.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AAAAA"/>
                </a:solidFill>
              </a:rPr>
              <a:t>Fictional data. Each sponsor integration shows its true mode; no real call is placed.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