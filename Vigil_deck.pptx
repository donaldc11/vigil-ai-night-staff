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status line is the recorded run; re-check it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workers,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Mara intake, Quinn quoter, Sol scheduler, Paige paperwork, Faye family liaison, Vera compliance logger. All report to the human Director.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The Director approves every family message and every removal dispatch.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Honest note: all six are LLM-driven (gpt-4o-mini, $3 cap): each makes one decision plus an in-character line. Gates, prices, callback time and approvals are deterministic code. Front office: Mara, Faye. Back office: Quinn, Sol, Paige, Vera.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  <p:pic>
        <p:nvPicPr>
          <p:cNvPr id="5" name="Picture 4" descr="mara_de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912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Mara</a:t>
            </a:r>
          </a:p>
        </p:txBody>
      </p:sp>
      <p:pic>
        <p:nvPicPr>
          <p:cNvPr id="7" name="Picture 6" descr="quinn_d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438912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Quinn</a:t>
            </a:r>
          </a:p>
        </p:txBody>
      </p:sp>
      <p:pic>
        <p:nvPicPr>
          <p:cNvPr id="9" name="Picture 8" descr="sol_de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38912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Sol</a:t>
            </a:r>
          </a:p>
        </p:txBody>
      </p:sp>
      <p:pic>
        <p:nvPicPr>
          <p:cNvPr id="11" name="Picture 10" descr="paige_de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38912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6364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Paige</a:t>
            </a:r>
          </a:p>
        </p:txBody>
      </p:sp>
      <p:pic>
        <p:nvPicPr>
          <p:cNvPr id="13" name="Picture 12" descr="faye_de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59" y="438912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59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Faye</a:t>
            </a:r>
          </a:p>
        </p:txBody>
      </p:sp>
      <p:pic>
        <p:nvPicPr>
          <p:cNvPr id="15" name="Picture 14" descr="vera_dec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2680" y="4389120"/>
            <a:ext cx="1645920" cy="1645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126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Vera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avatars: Masky (AI, fictional)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Vera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n8n: workflow round trip: webhook sends a dispatch ticket to a live n8n workflow (it does not move a real removal team)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Snyk: dependency vulnerability scan; real findings (exit 1) block dispatch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Tenki: CI runner for the test suite (repo-side) and a sandbox VM that re-runs Vera's compliance lint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BAND: post case updates into a BAND room with the Director as a participant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Paritok: context compression gateway sitting between Vigil and the OpenAI API (prompts here are tiny, so savings are ~0; we label that)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Glasser: bounded public web research for a funeral-home prospect list (one recorded query, never contacts anyone)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Flatkey: model API gateway: one chat-completion call through Flatkey's OpenAI-compatible router (a gateway, not a key vault)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Masky: avatar for the family message: avatar lookup and a rendered speak-mode video turn, read back from the Masky API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Recorded run: REAL = n8n, Snyk, BAND, Celesto, Paritok, Glasser, Tenki (sandbox runs Vera's lint), RocketRide (self-hosted engine), Masky (avatar and rendered video turn read back from its API), Flatkey (one gateway call, not in the decision path). EXTERNAL = Prelint, Tenki CI (repo-side). SIMULATED = PromptQL. PromptQL: 3/3 verified answers in the PromptQL workspace on the pasted price list and ledger; no runtime API call. Masky: portraits and clips hand-generated in Masky; only the build-time read-back is a live API call.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(103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Where this is submitted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1. Crewbase: hackathons.crewbasecollective.com (project name, app URL, GitHub repo)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2. Masky form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3. Masky: deck URL posted in the twitch.tv/aijudge chat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4. RocketRide: #showcase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Repo: github.com/donaldc11/vigil-ai-night-staff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Live page: donaldc11.github.io/vigil-ai-night-staff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Replace the remaining simulated adapters (PromptQL) with live integrations.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