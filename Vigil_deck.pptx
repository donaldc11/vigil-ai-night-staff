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and update the status line to the live count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AI employees,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Mara - Intake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Quinn - Quoter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Sol - Scheduler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Paige - Paperwork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Faye - Family Liaison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Lex - Compliance Logger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The Director approves every family message and every removal dispatch.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Lex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n8n: dispatch workflow: webhook fires the first-call on-call workflow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Snyk: dependency/code security scan gate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Tenki: CI runner for the test suite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BAND: shared agent/human channel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Flatkey: credential gateway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Paritok: usage metering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Status shown per run in the demo: REAL / SIMULATED / FALLBACK / EXTERNAL. Today: 0 real, all simulated; flips as keys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(34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