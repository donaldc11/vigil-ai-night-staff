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one-liner, then go straight to the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Label the numbers as estimates from our own research.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at each role. Stress: humans stay the face, AI works behind the scenes. Agents never make arrangements, that is for licensed staff.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Play demo.html here. About 60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honest and update the status line to the live count before presenting.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trust slide for judges.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the pilot 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5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55D68A"/>
                </a:solidFill>
              </a:rPr>
              <a:t>Vigil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000">
                <a:solidFill>
                  <a:srgbClr val="E8E8E8"/>
                </a:solidFill>
              </a:rPr>
              <a:t>The AI night shift for family-owned funeral homes.</a:t>
            </a:r>
          </a:p>
          <a:p>
            <a:pPr>
              <a:spcAft>
                <a:spcPts val="1000"/>
              </a:spcAft>
            </a:pPr>
            <a:r>
              <a:rPr sz="3000">
                <a:solidFill>
                  <a:srgbClr val="E8E8E8"/>
                </a:solidFill>
              </a:rPr>
              <a:t>So no first call goes unanswered and no director loses sleep.</a:t>
            </a:r>
          </a:p>
          <a:p>
            <a:pPr>
              <a:spcAft>
                <a:spcPts val="1000"/>
              </a:spcAft>
            </a:pPr>
            <a:r>
              <a:rPr sz="3000">
                <a:solidFill>
                  <a:srgbClr val="E8E8E8"/>
                </a:solidFill>
              </a:rPr>
              <a:t>Track: Business / Growth / Productivity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Fictional data. Each sponsor integration shows its true mode; no real call is placed.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5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55D68A"/>
                </a:solidFill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Roughly 15,400 US funeral homes, most family-owned on older software (our research estimate, not independently verified).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A first call is worth roughly $6-8K. Nights and weekends are where homes lose it.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Directors do not want another system of record. They want revenue protection and sleep.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Fictional data. Each sponsor integration shows its true mode; no real call is placed.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5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55D68A"/>
                </a:solidFill>
              </a:rPr>
              <a:t>Six workers, one human Director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400">
                <a:solidFill>
                  <a:srgbClr val="E8E8E8"/>
                </a:solidFill>
              </a:rPr>
              <a:t>Mara - Intake (reports to Director)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E8E8E8"/>
                </a:solidFill>
              </a:rPr>
              <a:t>Quinn - Quoter (reports to Director)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E8E8E8"/>
                </a:solidFill>
              </a:rPr>
              <a:t>Sol - Scheduler (reports to Director)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E8E8E8"/>
                </a:solidFill>
              </a:rPr>
              <a:t>Paige - Paperwork (reports to Director)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E8E8E8"/>
                </a:solidFill>
              </a:rPr>
              <a:t>Faye - Family Liaison (reports to Director)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E8E8E8"/>
                </a:solidFill>
              </a:rPr>
              <a:t>Lex - Compliance Logger (reports to Director)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E8E8E8"/>
                </a:solidFill>
              </a:rPr>
              <a:t>The Director approves every family message and every removal dispatch.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E8E8E8"/>
                </a:solidFill>
              </a:rPr>
              <a:t>Honest note: the workers are deterministic code today, not LLM agents.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Fictional data. Each sponsor integration shows its true mode; no real call is placed.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5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55D68A"/>
                </a:solidFill>
              </a:rPr>
              <a:t>The 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Request: a family calls at 2 AM.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Delegate: Mara classifies it as a first call, routes to Quinn, Sol, Paige.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Act: GPL-based price range, on-call director, pre-filled paperwork.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Check: Lex lints for recording disclosure and no arrangement-making.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Approve: the Director signs off on the message and dispatch.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Report and improve: case logged, intake checklist updated.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Fictional data. Each sponsor integration shows its true mode; no real call is placed.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5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55D68A"/>
                </a:solidFill>
              </a:rPr>
              <a:t>Sponsor tools, each with a job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E8E8E8"/>
                </a:solidFill>
              </a:rPr>
              <a:t>n8n: workflow round trip: webhook sends a dispatch ticket to a live n8n workflow (it does not move a real removal team)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E8E8E8"/>
                </a:solidFill>
              </a:rPr>
              <a:t>RocketRide: run the intake pipeline on the call text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E8E8E8"/>
                </a:solidFill>
              </a:rPr>
              <a:t>Celesto: validate generated paperwork inside an isolated sandbox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E8E8E8"/>
                </a:solidFill>
              </a:rPr>
              <a:t>Snyk: dependency vulnerability scan; real findings (exit 1) block dispatch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E8E8E8"/>
                </a:solidFill>
              </a:rPr>
              <a:t>Prelint: PR compliance review of the agent spec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E8E8E8"/>
                </a:solidFill>
              </a:rPr>
              <a:t>Tenki: CI runner for the test suite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E8E8E8"/>
                </a:solidFill>
              </a:rPr>
              <a:t>BAND: post case updates into a BAND room with the Director as a participant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E8E8E8"/>
                </a:solidFill>
              </a:rPr>
              <a:t>PromptQL: natural-language ledger queries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E8E8E8"/>
                </a:solidFill>
              </a:rPr>
              <a:t>Flatkey: model API / failover gateway (not a key vault)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E8E8E8"/>
                </a:solidFill>
              </a:rPr>
              <a:t>Paritok: context/session compression (not metering)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E8E8E8"/>
                </a:solidFill>
              </a:rPr>
              <a:t>Masky: avatar for Faye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E8E8E8"/>
                </a:solidFill>
              </a:rPr>
              <a:t>Status shown per run in the demo: REAL / SIMULATED / FALLBACK / EXTERNAL. Today: n8n real (workflow round trip), Prelint external, 9 simulated.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Fictional data. Each sponsor integration shows its true mode; no real call is placed.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5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55D68A"/>
                </a:solidFill>
              </a:rPr>
              <a:t>Honesty and safety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Fictional data only. No real calls, no real families. Phone numbers redacted to last 4.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Every run reports which steps were real, simulated, fallback or external (55 automated tests).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Compliance by design: inbound only, recording disclosure, GPL quotes, no arrangements.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Human approval gates cannot be skipped; a declined approval stops the case.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Fictional data. Each sponsor integration shows its true mode; no real call is placed.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5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55D68A"/>
                </a:solidFill>
              </a:rPr>
              <a:t>What's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Swap mock adapters for live integrations, one at a time.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Write into the funeral home's existing case software, not replace it.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Pilot with one family-owned home.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Ask: intros to state funeral director associations.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Fictional data. Each sponsor integration shows its true mode; no real call is placed.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