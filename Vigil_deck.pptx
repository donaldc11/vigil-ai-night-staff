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and update the status line to the live count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Vera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Vera.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Vera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Vera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Tenki: CI runner for the test suite (repo-side) and a sandbox VM that re-runs Vera's compliance lint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Status shown per run in the demo: REAL / SIMULATED / FALLBACK / EXTERNAL. Today: n8n, Snyk, BAND real; Prelint external; 7 simulated.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