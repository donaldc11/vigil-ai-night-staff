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and update the status line to the live count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Mara - Intake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Quinn - Quoter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Sol - Scheduler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Paige - Paperwork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Faye - Family Liaison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Lex - Compliance Logger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Honest note: the workers are deterministic code today, not LLM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Lex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Tenki: CI runner for the test suite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Paritok: context/session compression (not metering)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Status shown per run in the demo: REAL / SIMULATED / FALLBACK / EXTERNAL. Today: n8n, Snyk, BAND real; Prelint external; 7 simulated.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