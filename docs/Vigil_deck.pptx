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line is the recorded run; re-check it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Vera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Vera.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Vera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Vera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Tenki: CI runner for the test suite (repo-side) and a sandbox VM that re-runs Vera's compliance lint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8E8E8"/>
                </a:solidFill>
              </a:rPr>
              <a:t>Recorded run: REAL = n8n, Snyk, BAND, Celesto, Paritok, Glasser, Tenki (sandbox runs Vera's lint). EXTERNAL = Prelint, Tenki CI (repo-side). SIMULATED = RocketRide, PromptQL, Flatkey, Masky.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