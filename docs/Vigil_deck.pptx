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and update the status line to the live count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Mara intake, Quinn quoter, Sol scheduler, Paige paperwork, Faye family liaison, Lex compliance logger. All report to the human Director.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Honest note: all six are LLM-driven (gpt-4o-mini, $3 cap): each makes one decision plus an in-character line. Gates, prices, callback time and approvals are deterministic code. Front office: Mara, Faye. Back office: Quinn, Sol, Paige, Lex.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  <p:pic>
        <p:nvPicPr>
          <p:cNvPr id="5" name="Picture 4" descr="mara_de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912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Mara</a:t>
            </a:r>
          </a:p>
        </p:txBody>
      </p:sp>
      <p:pic>
        <p:nvPicPr>
          <p:cNvPr id="7" name="Picture 6" descr="quinn_d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438912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Quinn</a:t>
            </a:r>
          </a:p>
        </p:txBody>
      </p:sp>
      <p:pic>
        <p:nvPicPr>
          <p:cNvPr id="9" name="Picture 8" descr="sol_de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38912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Sol</a:t>
            </a:r>
          </a:p>
        </p:txBody>
      </p:sp>
      <p:pic>
        <p:nvPicPr>
          <p:cNvPr id="11" name="Picture 10" descr="paige_de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38912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Paige</a:t>
            </a:r>
          </a:p>
        </p:txBody>
      </p:sp>
      <p:pic>
        <p:nvPicPr>
          <p:cNvPr id="13" name="Picture 12" descr="faye_de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59" y="438912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59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Faye</a:t>
            </a:r>
          </a:p>
        </p:txBody>
      </p:sp>
      <p:pic>
        <p:nvPicPr>
          <p:cNvPr id="15" name="Picture 14" descr="vera_dec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2680" y="4389120"/>
            <a:ext cx="164592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126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Lex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avatars: Masky (AI, fictional)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Lex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Tenki: CI runner for the test suite (repo-side) and a sandbox VM that re-runs Lex's compliance lint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Paritok: context compression gateway sitting between Vigil and the OpenAI API (prompts here are tiny, so savings are ~0; we label that)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Glasser: bounded public web research for a funeral-home prospect list (one recorded query, never contacts anyone)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Flatkey: model API / failover gateway (not a key vault)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Masky: avatar for Faye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Status shown per run in the demo: REAL / SIMULATED / FALLBACK / EXTERNAL. Today: n8n, Snyk, BAND real; Prelint external; 7 simulated.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(55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Swap mock adapters for live integrations, one at a time.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